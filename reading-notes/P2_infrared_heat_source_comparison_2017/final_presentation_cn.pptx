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开场白：今天汇报一篇 2017 年的红外热源选型论文——短波卤素灯与中波陶瓷加热器在电子模块贴装/拆装中的效能对比。核心一句话：快与匀不可兼得，选型看场景。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先把出处交代清楚：Springer 旗下的应用电化学期刊，ESCI Q4、IF 0.8、EI 收录；白俄罗斯团队，2017 年 53 卷 4 期。右侧是期刊封面。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汇报脉络：先讲红外加热为什么依赖热源选型，再讲辐射物理与有限元仿真给出的量化证据，然后上实验台验证，最后给出'快与匀不可兼得'的工程结论。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先立问题：红外加热三项优势——局部加热、省时、低损伤——全都要靠'选对热源'才能兑现。工艺里有两类：局部聚焦与精确漫射，对应不同的反射器几何。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先给物理工具：斯特藩-玻尔兹曼定律里除了 T 的四次方，还有角系数 F_s 这个纯几何因子。图 1 五条曲线对应五种源-面几何：间距越大、面积比越小，F_s 越低。这是后面所有热场差异的解释钥匙。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仿真设定：SolidWorks 2012 有限元，40×40 mm 四层板，贴 BGA/QFP/SMD 三种封装，加热元件离板 20 mm。辐射面按黑体/灰体假设做朗伯漫射。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仿真第一组结果：卤素灯中心 200°C 以上、边缘不到 140°C，PCB 温差 45–55°C；陶瓷源整板只有 8–13°C。外壳温差同样差一个数量级。'快'的代价是'尖'。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第二组仿真：把加热元件往远处挪，每 10 mm 速率掉一半——两类热源都是。但超过 20 mm 之后加热变均匀，元件间温度散布只有 3–5%。间距是均匀性与速率的权衡旋钮。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实验台设计：底部两台卤素灯先把整板预热到 130–170°C，顶部加热单元在卤素灯与陶瓷源之间快速切换。测温用热电偶 20 次/秒采样平均，MSP430 闭环控温。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实验第一组结果：预热阶段两条曲线几乎重合——因为这时只有底部加热器在工作，这也验证了平台公平性。进入主加热后，卤素灯速率高 71–74%，明显更快到温。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陶瓷源专属实验：间距从 10 加到 30 mm（三倍），达到钎焊温度的时间变成两到三倍。注意：图注标的是 10 和 20 mm，正文说的是 10 和 30 mm，原文自身不一致，已标注存疑。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等值线图最直观：卤素灯峰值速率 20–22°C/s 只覆盖中心一小块，往外掉得很快；陶瓷源从中心到 35 mm 平缓递减，而且等值线对称、跟方向无关。整体速率差 5–7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SolidWorks 仿真结果汇总成表：近红外 PCB 不均匀度 34–36%、外壳 26–44%；中红外只有 3–4% 和 8–12%。近红外唯一赢的是速率——30 秒到温，中波要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质量验证：第一次装焊出了焊球缺陷，作者归因于钎焊模式不当和预热阶段溶剂蒸发太快；调整实验台参数后重新装焊，显微检查符合 IPC-A-610D。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汇总总表：两类热源六项对比一目了然。卤素灯快 71–74%、峰值 20°C/s，但热场尖峰；陶瓷源均匀 8–13°C，慢但安全。选型结论：产线用卤素灯，维修用陶瓷源。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收尾三句话：仿真与实验一致——卤素灯快而不匀、陶瓷源慢而匀；产线选卤素灯、维修拆装选中波陶瓷源；均匀性的本质收益是降低热应力。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7048" y="1691640"/>
            <a:ext cx="9144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3400" b="1">
                <a:solidFill>
                  <a:srgbClr val="1A1A1A"/>
                </a:solidFill>
                <a:latin typeface="Microsoft YaHei"/>
              </a:rPr>
              <a:t>红外热源在电子模块贴装与拆装中的对比效能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7048" y="297180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Microsoft YaHei"/>
              </a:rPr>
              <a:t>Comparative Effectiveness of Infrared Heat Sources for Mounting and Dismounting Electronic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35204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800" b="1">
                <a:solidFill>
                  <a:srgbClr val="8B3A3A"/>
                </a:solidFill>
                <a:latin typeface="Microsoft YaHei"/>
              </a:rPr>
              <a:t>短波快而尖、中波慢而匀：卤素灯速率高 71–74% 适合产线，陶瓷源均匀（8–13°C）适合维修拆装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4297680"/>
            <a:ext cx="9144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汇报用途：文献阅读汇报 · 单篇精读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048" y="63093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100" b="0">
                <a:solidFill>
                  <a:srgbClr val="999999"/>
                </a:solidFill>
                <a:latin typeface="Microsoft YaHei"/>
              </a:rPr>
              <a:t>Surface Eng. Appl. Electrochem. 2017 · DOI 10.3103/S106837551704010X · 2026-08-10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论文基本信息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中文标题：红外热源在电子模块贴装与拆装中的对比效能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英文标题：Comparative Effectiveness of Infrared Heat Sources for Mounting and Dismounting Electronic Modules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期刊与文献信息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Surface Eng. Appl. Electrochem.（Springer）· 2017 年 Vol. 53(4)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ESCI Q4 · IF 0.8 · EI 收录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作者团队（白俄罗斯明斯克）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V. L. Lanin · A. I. Lappo（白俄罗斯国立信息与无线电电子大学）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DOI: 10.3103/S106837551704010X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关键词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红外辐射 · 热源 · 贴装 · 拆装 · 电子模块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→ 两类红外热源的效能对比与选型</a:t>
            </a:r>
          </a:p>
        </p:txBody>
      </p:sp>
      <p:pic>
        <p:nvPicPr>
          <p:cNvPr id="4" name="Picture 3" descr="journal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2862902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5166359"/>
            <a:ext cx="2862902" cy="16916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Surface Engineering and Applied Electrochemistry 期刊封面（装饰图）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期刊封面, Surface Engineering and Applied Electrochemistry, 2017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01 · 引言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红外加热优势与热源选型问题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05456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02 · 热场仿真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辐射物理基础与 SolidWorks 有限元模型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56432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03 · 实验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上下双热源钎焊台与温度闭环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407408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04 · 结果与讨论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热曲线对比、加热速率空间分布与焊点质量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58384"/>
            <a:ext cx="1005840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000" b="1">
                <a:solidFill>
                  <a:srgbClr val="1A1A1A"/>
                </a:solidFill>
                <a:latin typeface="Microsoft YaHei"/>
              </a:rPr>
              <a:t>05 · 结论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快与匀的取舍与场景化热源选型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热源选型：红外加热效能兑现的前提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为什么红外热源选型决定贴装/拆装质量？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红外加热可局部加热、缩短加热时间、降低元件损伤风险；但这些优势能否兑现，取决于热源类型与加热装置结构——反射器几何与源-面间距共同决定热场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选型依据 = 被加热体热场分析 + 间距对均匀性/速率的影响评估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局部聚焦加热：反射器把红外辐射聚焦到焊点局部，能量集中但热场易呈尖峰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精确漫射加热：反射器使辐射均匀漫射，热场平坦但能量密度被摊薄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角系数 F_s：辐射能量落点的几何开关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辐射换热除 T⁴ 温差项外，还由角系数 F_s 决定——源-面几何布局直接决定能量在空间的落点分布</a:t>
            </a:r>
          </a:p>
        </p:txBody>
      </p:sp>
      <p:pic>
        <p:nvPicPr>
          <p:cNvPr id="4" name="Picture 3" descr="6cde10fd3b4571e15cebdbf517a0a6f64d80ffa285ef4501affce8ab04ce74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528096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4528096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角系数 F_s 与源-面间距及加热区域尺寸的关系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解读：几何布局决定能量落点——这是'快而不匀 / 慢而匀'差异的物理根源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1, Surf. Eng. Appl. Electrochem.,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1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角系数 F_s 随源-面间距增大而衰减、随面积比增大而上升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Q = F_s·ε·σ·S_h·(T_h⁴ − T_s⁴)（斯特藩-玻尔兹曼定律）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曲线 (1)–(5)：小源-方形 / 线源-矩形 / 矩形源-矩形区（L×L、L×2L、L×5L）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几何因子主导能量落点 → 点状源中心尖峰、面状源平坦的物理根源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坐标轴：横轴：源-面间距（source–surface spacing）；纵轴：角系数 F_s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图例：曲线 (1) 小源-方形；(2) 线源-矩形；(3–5) 矩形源-矩形区（尺寸比 L×L、L×2L、L×5L）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图意：间距越大 F_s 越小、面积比越大 F_s 越高——小源天然中心高边缘低，面源分布平坦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角系数 F_s：热源表面发出的辐射能量中实际落到被加热面上的比例（0–1），纯几何量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02 · 热场仿真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FEM 仿真模型：40×40 mm 四层板 + 20 mm 间距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2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有限元法可建模复杂构型与不规则结构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SolidWorks 2012 Flow Simulation Wizard 设定初始条件；红外只考虑积分（总）波长辐射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辐射面按黑体/白体/灰体设定，朗伯漫射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模型对象：四层 PCB 40×40 mm + 三类封装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BGA、QFP 与 SMD 0805/1206/1210；加热元件距板面 20 mm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两类热源的热场差异可直接对比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朗伯漫射：辐射亮度与方向无关——热场计算的常用简化假设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有限元法：把连续体离散成网格数值求解温度场，适合复杂构型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图例：五种源-面几何组合，对应图 1 的曲线 (1)–(5)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图意：仿真覆盖小源-方形、线源-矩形、矩形源-矩形区等典型布置</a:t>
            </a:r>
          </a:p>
        </p:txBody>
      </p:sp>
      <p:pic>
        <p:nvPicPr>
          <p:cNvPr id="5" name="Picture 4" descr="6d0503c30632d6efdf6380f11fdbc87d78500c9142d48ed179d088449c37ec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4605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3877867"/>
            <a:ext cx="4480560" cy="298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加热器相对于加热区域的布置方式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解读：源-面几何组合构成仿真变量空间——图 1 角系数曲线的对应布置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2, Surf. Eng. Appl. Electrochem., 2017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仿真热场：卤素灯中心尖峰 vs 陶瓷源整体均匀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3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短波卤素灯热场严重不均（PCB 45–55°C），中波陶瓷源显著均匀（8–13°C）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KGM 30/300：中心峰值 200–205°C，边缘不超过 140°C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Elstein SHTS/4：PCB 不均匀度仅 8–13°C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元件外壳温差：卤素灯 90–100°C；陶瓷源 BGA 28–32°C、QFP 24–26°C、SMD 5–20°C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KGM 30/300 卤素红外灯；(b) Elstein SHTS/4 陶瓷红外加热器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图意：(a) 中心热区集中、边缘骤冷；(b) 整板温度分布平坦；色阶表示温度</a:t>
            </a:r>
          </a:p>
        </p:txBody>
      </p:sp>
      <p:pic>
        <p:nvPicPr>
          <p:cNvPr id="4" name="Picture 3" descr="8052886d4091287ee25629699c06c92659df7cb85c916d87bdeaf814681ac8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168" y="1664208"/>
            <a:ext cx="2055118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0168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c49ace767c5b3145c5bc105e402d03042730dd6d0ea13241bd460d5871d093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149" y="3685032"/>
            <a:ext cx="2009157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3149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电子模块表面热场（仿真）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KGM 30/300 卤素红外灯; (b) Elstein SHTS/4 陶瓷红外加热器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解读：不均匀度数值相差一个数量级——热源选型的第一个核心证据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3 (a, b), Surf. Eng. Appl. Electrochem., 2017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间距效应：每增 10 mm，加热速率减半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4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间距每增加 10 mm，加热速率减半（卤素灯）或降 50%（陶瓷源）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短波加热器（卤素灯）：每 10 mm 速率减半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中波加热器（陶瓷元件）：每 10 mm 降低 50%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间距 &gt;20 mm 后加热趋于均匀：元件散布 ≤3–5%、PCB ≤5–7%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坐标轴：横轴：时间；纵轴：温度（温度-时间曲线）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KGM 30/300 卤素灯；(b) Elstein SHTS/4 陶瓷源；距 PCB 距离 (1) 10、(2) 20、(3) 30、(4) 40 mm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图意：间距越大曲线越缓（速率越低）、彼此越聚拢（越均匀）</a:t>
            </a:r>
          </a:p>
        </p:txBody>
      </p:sp>
      <p:pic>
        <p:nvPicPr>
          <p:cNvPr id="4" name="Picture 3" descr="cd2b404d2b017959ecd0bbcb8dd42f5673c132e5a2b6f6bb5d7df211acac64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874" y="1664208"/>
            <a:ext cx="2207707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03874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27bf91897456b44b8de6643814b998306be5010aba1b1b09c5b3ca7177bc24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58" y="3685032"/>
            <a:ext cx="2300938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57258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温度-时间曲线（不同间距）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KGM 30/300 卤素红外灯; (b) Elstein SHTS/4 陶瓷红外加热器（距 PCB 距离 mm：(1) 10、(2) 20、(3) 30、(4) 40）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解读：间距是均匀性与速率的主控旋钮——间距越大加热越慢也越均匀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4 (a, b), Surf. Eng. Appl. Electrochem., 2017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0116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03 · 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实验装置：上下双热源 + 闭环温控钎焊台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如图 5 所示，</a:t>
            </a:r>
            <a:r>
              <a:rPr sz="1600" b="1">
                <a:solidFill>
                  <a:srgbClr val="1A1A1A"/>
                </a:solidFill>
                <a:latin typeface="Microsoft YaHei"/>
              </a:rPr>
              <a:t>上下双热源：底部预热 + 顶部可快速更换加热单元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底部 2× KI 220–1000 卤素灯预热 PCB 至 130–170°C 防热冲击；冷却 3 风扇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顶部单元可循环切换卤素灯/陶瓷源——对比实验的平台基础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闭环温控：热电偶 20 次/秒采样平均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Microsoft YaHei"/>
              </a:rPr>
              <a:t>KhK（TKhK）热电偶 → 运放放大 → 10 位 ADC；MSP430 控制电磁继电器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→ 加热模式与实时温度显示于液晶屏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热冲击：温度骤变在元件/基板内部产生的应力损伤——底部预热正是为防它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图例：带顶部中波陶瓷辐射器的红外钎焊装置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图意：顶部加热、底部预热、冷却与指示单元集成于一台实验台</a:t>
            </a:r>
          </a:p>
        </p:txBody>
      </p:sp>
      <p:pic>
        <p:nvPicPr>
          <p:cNvPr id="5" name="Picture 4" descr="e7f1c2fa2f63d771c7b974b82ef3d1d5f578422078d2cc85a682ef332273ab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71600"/>
            <a:ext cx="4480560" cy="28967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4314054"/>
            <a:ext cx="4480560" cy="25439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红外钎焊装置（带顶部中波陶瓷辐射器）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解读：上下双热源 + 闭环温控——两类热源在同一平台上公平对比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5, Surf. Eng. Appl. Electrochem., 2017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热曲线对比：卤素灯加热速率高 71–74%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两源预热段曲线形状接近（该阶段仅底部加热器供热），此后卤素灯以 71–74% 的速率优势率先达温</a:t>
            </a:r>
          </a:p>
        </p:txBody>
      </p:sp>
      <p:pic>
        <p:nvPicPr>
          <p:cNvPr id="4" name="Picture 3" descr="aecf7468d9953dcefef5220437235855901fba62b355517ed0d920094b97dcd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299434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6299434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POS61 钎料钎焊热曲线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解读：预热段重合证明差异来自顶部热源本身——卤素灯的速率优势被实测确认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6, Surf. Eng. Appl. Electrochem.,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6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卤素灯加热速率比陶瓷源高 71–74%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预热阶段两曲线形状接近——该阶段仅底部加热器供热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速率优势使其成为高产量自动化产线主加热元件候选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POS61 钎料钎焊热曲线：(1) 卤素灯 vs (2) 陶瓷源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坐标轴：横轴：时间；纵轴：温度（钎焊热曲线）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图例：(1) KGM 30/300 卤素红外灯；(2) Elstein SHTS/4 陶瓷红外加热器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图意：预热段两线几乎重合，之后卤素灯曲线更快爬升至钎焊温度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陶瓷源节拍惩罚：间距 3 倍 → 达温时间 2–3 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Microsoft YaHei"/>
              </a:rPr>
              <a:t>对中波陶瓷源，间距增大 3 倍使达到钎焊温度的加热时间增至 2–3 倍</a:t>
            </a:r>
          </a:p>
        </p:txBody>
      </p:sp>
      <p:pic>
        <p:nvPicPr>
          <p:cNvPr id="4" name="Picture 3" descr="97eae5267dfe84ef55c0a31ce3d58206a4fcf8eeb5fdccd5218e1b0900b858b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983597" cy="40050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05272"/>
            <a:ext cx="5983597" cy="1252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Microsoft YaHei"/>
              </a:rPr>
              <a:t>Elstein SHTS/4 陶瓷红外加热器钎焊热曲线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0">
                <a:solidFill>
                  <a:srgbClr val="8B3A3A"/>
                </a:solidFill>
                <a:latin typeface="Microsoft YaHei"/>
              </a:rPr>
              <a:t>解读：中波源对间距敏感——散热设计时需权衡节拍与均匀性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7, Surf. Eng. Appl. Electrochem., 2017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55448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如图 7 所示，</a:t>
            </a:r>
            <a:r>
              <a:rPr sz="1400" b="1">
                <a:solidFill>
                  <a:srgbClr val="1A1A1A"/>
                </a:solidFill>
                <a:latin typeface="Microsoft YaHei"/>
              </a:rPr>
              <a:t>陶瓷源对间距敏感：间距 ×3 → 达钎焊温度时间 ×2–3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BGA 封装 · Elstein SHTS/4 陶瓷源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正文对比间距 10 mm 与 30 mm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时间惩罚 2–3 倍 [原文存疑：正文原文称'加热速率增加 2–3 倍'，且图注为 (1)10/(2)20 mm]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坐标轴：横轴：时间；纵轴：温度（钎焊热曲线）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图例：图注标 (1) 间距 10 mm、(2) 间距 20 mm [原文存疑：正文对比 10 与 30 mm]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Microsoft YaHei"/>
              </a:rPr>
              <a:t>图意：间距增大后曲线整体右移、达温更慢——间距对中波源节拍惩罚显著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加热速率空间分布：尖峰 20°C/s vs 平坦 3–4°C/s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8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卤素灯加热速率呈中心尖峰，陶瓷源全域对称平坦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卤素灯峰值 20–22°C/s 仅在 X 6–7 mm × Y 4–5 mm 区域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外扩后降至 13–15°C/s，再外扩至 8–10°C/s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陶瓷源：25 mm 处 3–4°C/s → 30 mm 处 2–3°C/s → 35 mm 处 0.5–1°C/s；整体速率低 5–7 倍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KGM 30/300 卤素红外灯；(b) Elstein SHTS/4 陶瓷红外加热器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图意：(a) 中心窄区速率最高、梯度陡峭；(b) 等值线同心对称、梯度平缓；数值单位 °C/s</a:t>
            </a:r>
          </a:p>
        </p:txBody>
      </p:sp>
      <p:pic>
        <p:nvPicPr>
          <p:cNvPr id="4" name="Picture 3" descr="7f7e0b4bf258b371c6dc204d68bd9db069f99471cb21e0ce4cf507c10ea898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451" y="1664208"/>
            <a:ext cx="1750552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32451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3cc05055d8d0c0fa241f68ecc7945604857f67fc6323dd04dd739ad85fd007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871" y="3685032"/>
            <a:ext cx="1809713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02871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红外加热速率热场（°C/s）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KGM 30/300 卤素红外灯; (b) Elstein SHTS/4 陶瓷红外加热器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解读：速率分布形态决定'均匀性'与'热应力'——陶瓷源对称平坦更利于维修工况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8 (a, b), Surf. Eng. Appl. Electrochem., 2017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不均匀度量化：近红外 vs 中红外仿真对比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仿真量化：中红外区加热特性全面优于近红外区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近红外（卤素灯 0.7–1.5 μm）：PCB 34–36%、外壳 26–44%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中红外（陶瓷源 2–10 μm）：PCB 3–4%、外壳 8–12%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近红外唯一优势是速率：30 mm 间距达钎焊温度 30 s vs 60 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9090"/>
                <a:gridCol w="3457575"/>
                <a:gridCol w="345757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近红外（卤素灯）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中红外（陶瓷源）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PCB 加热不均匀度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34–36%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3–4%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元件外壳不均匀度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26–44%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8–12%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30 mm 间距达钎焊温度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≈30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≈60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37760"/>
            <a:ext cx="11064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最优间距 20–25 mm：元件不均匀度 3–5%、PCB 5–7%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焊点质量验证：调整后重装符合 IPC-A-610D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>
                <a:solidFill>
                  <a:srgbClr val="8B3A3A"/>
                </a:solidFill>
                <a:latin typeface="Microsoft YaHei"/>
              </a:rPr>
              <a:t>如图 9 (a,b) 所示，</a:t>
            </a:r>
            <a:r>
              <a:rPr sz="1500" b="1">
                <a:solidFill>
                  <a:srgbClr val="1A1A1A"/>
                </a:solidFill>
                <a:latin typeface="Microsoft YaHei"/>
              </a:rPr>
              <a:t>首次装焊出现焊球缺陷，调整后重装接头全部合格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缺陷：晶体管/电容触点附近出现焊球（球形形成物）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5A5A5A"/>
                </a:solidFill>
                <a:latin typeface="Microsoft YaHei"/>
              </a:rPr>
              <a:t>· 成因：钎焊模式不当 + 预热阶段溶剂快速蒸发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8B3A3A"/>
                </a:solidFill>
                <a:latin typeface="Microsoft YaHei"/>
              </a:rPr>
              <a:t>重装后经 Carton NSWT-620.PFM-X 显微镜检查，符合 IPC-A-610D 标准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图例：(a) SMD 电容；(b) 带状线微芯片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图意：高质量钎焊接头——成形饱满、无桥连与焊球缺陷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IPC-A-610D：电子组装验收的行业标准，规定焊点外观合格判据</a:t>
            </a:r>
          </a:p>
        </p:txBody>
      </p:sp>
      <p:pic>
        <p:nvPicPr>
          <p:cNvPr id="4" name="Picture 3" descr="fd2cac2b22eb4c14d3ca1c1ab9ae055806e2f847d37dd845a89fb1aeccb902d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933" y="1664208"/>
            <a:ext cx="2435588" cy="16184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89933" y="1371600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(a)</a:t>
            </a:r>
          </a:p>
        </p:txBody>
      </p:sp>
      <p:pic>
        <p:nvPicPr>
          <p:cNvPr id="6" name="Picture 5" descr="c19914fdb66d69daf96b06460f6b86c5fec5c2abbac8d7f9395ab78e37fe48a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958" y="3685032"/>
            <a:ext cx="2445539" cy="1618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84958" y="339242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none" anchor="b">
            <a:spAutoFit/>
          </a:bodyPr>
          <a:lstStyle/>
          <a:p>
            <a:r>
              <a:rPr sz="1100" b="1">
                <a:solidFill>
                  <a:srgbClr val="5A5A5A"/>
                </a:solidFill>
                <a:latin typeface="Microsoft YaHei"/>
              </a:rPr>
              <a:t>(b)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5349240"/>
            <a:ext cx="3870655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A5A5A"/>
                </a:solidFill>
                <a:latin typeface="Microsoft YaHei"/>
              </a:rPr>
              <a:t>高质量钎焊接头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Microsoft YaHei"/>
              </a:rPr>
              <a:t>(a) SMD 电容; (b) 带状线微芯片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8B3A3A"/>
                </a:solidFill>
                <a:latin typeface="Microsoft YaHei"/>
              </a:rPr>
              <a:t>解读：调整工艺参数后焊点合格——热源与工艺匹配是质量闭环的最后一环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999999"/>
                </a:solidFill>
                <a:latin typeface="Microsoft YaHei"/>
              </a:rPr>
              <a:t>Source: Fig. 9 (a, b), Surf. Eng. Appl. Electrochem., 2017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总表：两种热源的效能与适用场景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Microsoft YaHei"/>
              </a:rPr>
              <a:t>快与匀不可兼得——选型取决于场景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卤素灯：快而尖——速率高 71–74%，峰值 20°C/s 集中于 120 mm²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· 陶瓷源：慢而匀——PCB 不均匀度 8–13°C，热应力小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结论：产线选卤素灯，维修贴装/拆装选中波陶瓷源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78892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3983126"/>
                <a:gridCol w="398312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对比项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KGM 30/300 卤素灯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Elstein SHTS/4 陶瓷源</a:t>
                      </a:r>
                    </a:p>
                  </a:txBody>
                  <a:tcPr marT="25400" marB="25400" marL="50800" marR="50800" anchor="ctr">
                    <a:solidFill>
                      <a:srgbClr val="8B3A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辐射波段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近红外 0.7–1.5 μm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中红外 2–10 μm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PCB 加热不均匀度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45–55°C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8–13°C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元件外壳温差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90–100°C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BGA 28–32°C（QFP 24–26、SMD 5–20）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峰值加热速率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20–22°C/s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3–4°C/s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30 mm 达钎焊温度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≈30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≈60 s</a:t>
                      </a:r>
                    </a:p>
                  </a:txBody>
                  <a:tcPr marT="25400" marB="25400" marL="50800" marR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适用场景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高产量自动化产线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A1A1A"/>
                          </a:solidFill>
                          <a:latin typeface="Microsoft YaHei"/>
                        </a:rPr>
                        <a:t>维修贴装/拆装</a:t>
                      </a:r>
                    </a:p>
                  </a:txBody>
                  <a:tcPr marT="25400" marB="25400" marL="50800" marR="50800" anchor="ctr">
                    <a:solidFill>
                      <a:srgbClr val="F5F2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>
                <a:solidFill>
                  <a:srgbClr val="8B3A3A"/>
                </a:solidFill>
                <a:latin typeface="Microsoft YaHei"/>
              </a:rPr>
              <a:t>陶瓷源加热时间延长 → 元件内部热应力降低，是维修工况更安全的原因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600" b="1">
                <a:solidFill>
                  <a:srgbClr val="1A1A1A"/>
                </a:solidFill>
                <a:latin typeface="Microsoft YaHei"/>
              </a:rPr>
              <a:t>结论：快与匀不可兼得，选型看场景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200" b="1">
                <a:solidFill>
                  <a:srgbClr val="1A1A1A"/>
                </a:solidFill>
                <a:latin typeface="Microsoft YaHei"/>
              </a:rPr>
              <a:t>Q: 两种红外热源到底该怎么选？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solidFill>
                  <a:srgbClr val="5A5A5A"/>
                </a:solidFill>
                <a:latin typeface="Microsoft YaHei"/>
              </a:rPr>
              <a:t>产线要节拍 → 卤素灯：速率高 71–74%、峰值 20°C/s，作自动化产线主加热元件；维修/拆装要安全 → 中波陶瓷源：PCB 不均匀度仅 8–13°C，加热时间延长换来热应力降低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600" b="1">
                <a:solidFill>
                  <a:srgbClr val="8B3A3A"/>
                </a:solidFill>
                <a:latin typeface="Microsoft YaHei"/>
              </a:rPr>
              <a:t>→ 核心工程结论：短波快而尖、中波慢而匀——热源选型取决于应用场景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64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无铅钎焊：陶瓷源高温稳定、慢响应，对无铅钎焊的恒温控制尤为重要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Microsoft YaHei"/>
              </a:rPr>
              <a:t>热应力：加热不均或过快在元件/基板内部产生的机械应力，易致开裂损伤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